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we're GroupXX. Over the next 5 minutes we'll walk through our milestone on SemEval-2026 Task 5. I'll cover the task, the data, our proposed approach and our workload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task reframes WSD: instead of picking one correct sense, we rate each candidate sense from 1 to 5. The official scorer uses Spearman correlation against human averages and accuracy@std.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organisers already provide train/dev/test. The dev split shares zero homonyms with train — strict generalisation. Formal I/O: five string fields in, one integer 1-5 out, JSONL submission. Seed 42 for every internal hold-out we carve.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a typical milestone, we already ran the augmentation and the additional-dataset integration. WordNet adds nearly 4000 augmented samples, WiC covers 20 dev homonyms, pool triples in size. The real effect on dev is on the next-to-last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Annotators disagree quite a lot — σ averages 0.95. That caps accuracy@std because some variance just isn't learnable. The nonsensical flag correlates inversely with rating, a free auxiliary signal we may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five papers we rely on. All from rubric-allowed venues.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methods plus an ensemble. (a) and (b) are standard recipes from the cited papers. (c) and (d) are our novel additions for this task: the ordinal head respects the Likert structure, and the distribution head captures annotator uncertainty which the scalar 'average' throws away. The ensemble is calibrated on a homonym-disjoint fold so it matches the real dev regime.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disclose everything we reuse on the left. On the right is what we actually wrote — the EDA insight, the input format, the ablation design, the homonym-disjoint calibration fold, and the auxiliary nonsensical-flag head. None of those five items is taken from a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baselines are the first to produce non-zero Spearman. WordNet augmentation lifts Spearman by 25% relative — from 0.124 to 0.150 — on the same feature set. Likert mix-up lifts acc@std by one point. WiC does not help this linear model but is kept in the pipeline as pre-training for the encoder.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Five-week plan through May 18. Main risks are cost, compute, and overfitting; we have mitigations for each. Thanks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B3D91"/>
                </a:solidFill>
                <a:latin typeface="Calibri"/>
              </a:rPr>
              <a:t>Rating Plausibility of Word Senses in Ambiguous Sentences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444444"/>
                </a:solidFill>
                <a:latin typeface="Calibri"/>
              </a:rPr>
              <a:t>through Narrative Understanding — SemEval-2026 Task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44444"/>
                </a:solidFill>
                <a:latin typeface="Calibri"/>
              </a:rPr>
              <a:t>GroupXX — Milestone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44444"/>
                </a:solidFill>
                <a:latin typeface="Calibri"/>
              </a:rPr>
              <a:t>Member 1 · Member 2 ·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Calibri"/>
              </a:rPr>
              <a:t>13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Milestone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The task: plausibility rating, not selection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3D91"/>
                </a:solidFill>
                <a:latin typeface="Calibri"/>
              </a:rPr>
              <a:t>Expected system: a function  f(story, homonym, candidate_sense) → rating ∈ {1, 2, 3, 4, 5}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Input  = 5-sentence story (precontext · target sentence · ending) + homonym + one candidate gloss.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Output = integer Likert rating 1 (not plausible) … 5 (very plausible).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Multiple senses may be simultaneously plausible — unlike classical single-label WSD.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Metrics (official scoring.py): Spearman ρ vs. human averages + accuracy@std (within 1 σ or |err|&lt;1).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'Good' threshold: ρ ≥ 0.7, acc@std ≥ 0.8.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  <a:latin typeface="Calibri"/>
              </a:rPr>
              <a:t>homonym: track     candidate sense: a pair of parallel rails</a:t>
            </a:r>
          </a:p>
          <a:p>
            <a:pPr algn="l"/>
            <a:r>
              <a:rPr sz="1500" b="0" i="1">
                <a:solidFill>
                  <a:srgbClr val="444444"/>
                </a:solidFill>
                <a:latin typeface="Calibri"/>
              </a:rPr>
              <a:t>story: The detectives arrived at the abandoned train station … They followed the track. They began to run along the abandoned railway line.</a:t>
            </a:r>
          </a:p>
          <a:p>
            <a:pPr algn="l"/>
            <a:r>
              <a:rPr sz="1500" b="0" i="1">
                <a:solidFill>
                  <a:srgbClr val="444444"/>
                </a:solidFill>
                <a:latin typeface="Calibri"/>
              </a:rPr>
              <a:t>human choices: 4, 5, 3, 1, 5 → average 3.6, σ = 1.67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Milestone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Task dataset — AmbiStory  (splits, schema, I/O)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1430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Splits (pre-released by task organisers):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• train 2 280   |   dev 588   |   test 930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• unique homonyms: 220 / 55 / 87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• dev ∩ train = 0     test ∩ train = 1   (near-strict homonym split)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• 5 annotators × N  → 18 990 Likert votes total.  seed = 42 everywhere.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Formal I/O contract: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40480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input  x = (precontext, sentence, ending, homonym, judged_meaning)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output y ∈ {1, 2, 3, 4, 5}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submission: JSONL line  {"id": "&lt;id&gt;", "prediction": &lt;int&gt;}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Metrics (scoring.py):  Spearman ρ + accuracy@std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(prediction within 1 σ of mean OR |err| &lt; 1).</a:t>
            </a:r>
          </a:p>
        </p:txBody>
      </p:sp>
      <p:pic>
        <p:nvPicPr>
          <p:cNvPr id="8" name="Picture 7" descr="fig1_avg_rating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669280" cy="34679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Milestone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Additional datasets &amp; augmentation — implemented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097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Extra corpora (train-time 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✓ WordNet 3.0  (LREC via NLTK)  — implemented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    6 066 lemma+gloss pool for augmentation.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✓ WiC — Word-in-Context  (NAACL 2019)  — implemented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    20 / 54 dev homonyms covered → 160 pseudo-entries.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Planned (final deliverable):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• CoarseWSD-28  (EMNLP 2020) — gloss-informed pre-training.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• SemCor 3.0  (LREC 1998) — masked-LM continued pre-training.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Augmentation outputs on train (real counts)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✓ WordNet synonym-swap     → +1 660 samples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✓ WordNet gloss paraphrase → +2 232 samples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✓ Likert mix-up (KL&lt;0.1)   →   +517 samples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✓ WiC pseudo-entries       →   +160 samples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   pool grows 2 280 → 6 849  (+200 %)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Sentence back-translation → deferred (MarianMT DL).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  <a:latin typeface="Calibri"/>
              </a:rPr>
              <a:t>Leakage safeguard: no AmbiStory dev/test homonym is used as a label source; seed 42 everywhere.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Milestone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EDA highlights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2_stdev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721284"/>
          </a:xfrm>
          <a:prstGeom prst="rect">
            <a:avLst/>
          </a:prstGeom>
        </p:spPr>
      </p:pic>
      <p:pic>
        <p:nvPicPr>
          <p:cNvPr id="5" name="Picture 4" descr="fig4_top_homony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486400" cy="373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212080"/>
            <a:ext cx="11521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• High annotator disagreement (mean σ = 0.95) caps achievable accuracy@std.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• Narrative is short — the 5 sentences fit in a 256-token window.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• 'nonsensical' flag drops from 14 % at rating ≤ 2 to 3 % at rating &gt; 4 → informative auxiliary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Milestone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Related work — five papers from allowed venues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>• Devlin et al., BERT (NAACL 2019). Pre-trained encoder used as our fine-tune backbone.</a:t>
            </a:r>
          </a:p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>• Brown et al., GPT-3 (NeurIPS 2020). In-context few-shot learning for semantic classification.</a:t>
            </a:r>
          </a:p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>• Blevins &amp; Zettlemoyer, Gloss-Informed Biencoders (ACL 2020). Concatenating gloss with context — directly inspires our RoBERTa input format.</a:t>
            </a:r>
          </a:p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>• Loureiro &amp; Jorge, LMMS (ACL 2019). Contextual embedding nearest-sense baseline; motivates ensembling.</a:t>
            </a:r>
          </a:p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>• Pilehvar &amp; Camacho-Collados, WiC (NAACL 2019). Candidate augmentation corpus — integrated in §4.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Milestone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Proposed approach — four methods + ensemble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B3D91"/>
                </a:solidFill>
                <a:latin typeface="Calibri"/>
              </a:rPr>
              <a:t>Input: story (precontext · sentence · ending)  +  homonym + candidate gloss   →   rating 1–5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(a) LLM prompting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• Zero-shot + few-shot (4 SBERT-retrieved examples).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• Strong world knowledge, no training.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(b) Encoder regression (MSE)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• RoBERTa / DeBERTa-v3 + linear head on [CLS].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• Input:  &lt;s&gt; sentence &lt;/s&gt; homonym : gloss &lt;/s&gt; precontext + ending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• Gloss-informed (Blevins &amp; Zettlemoyer, ACL 2020).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002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(c) Ordinal regression head  ★ novel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• Four monotone thresholds on [CLS], CORN loss.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• Handles the ordinal Likert scale.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(d) Likert distribution head  ★ novel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• Predicts P(choice=k | story, gloss), KL-div vs 5 annotators.</a:t>
            </a:r>
          </a:p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• Exposes per-sample uncertainty → instance-wise ensemble.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(e) Ensemble: calibrated average of (a)+(d) over a homonym-disjoint train hold-out.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7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Milestone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Reused code vs. our novel contribution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1430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Reused (disclosed)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• Official task scorer: scoring.py, format_check.py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• HuggingFace transformers, sentence-transformers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• PyTorch AdamW + linear warm-up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• scikit-learn TfidfVectorizer, Ridge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• scipy.stats.spearmanr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• NLTK WordNet (for our augmentation ops)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• WiC dataset (Pilehvar &amp; Camacho-Collados, NAACL 2019)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430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Our novel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• EDA: dev∩train homonyms = 0  (drives methodology)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• Ordinal-regression head (CORN) for the Likert ladder  ★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• Likert-distribution head (KL-div over 5 annotators)  ★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• Four augmentation ops implemented (notebook §6)  ★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• WiC integration with leakage safeguard  ★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• Narrative-component ablation — does the story help?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• Homonym-disjoint calibration fold; nonsensical aux head</a:t>
            </a:r>
          </a:p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• All baselines, loaders, prompt builder, plots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03504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  <a:latin typeface="Calibri"/>
              </a:rPr>
              <a:t>No code is taken from a paper without citation — every external dependency is disclosed above.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Milestone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Workload division &amp; current dev 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11_augmented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669280" cy="27717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188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Workload (equal share)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Member 1 — data pipeline, EDA, LLM prompting.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Member 2 — encoder fine-tune, ordinal + distribution heads.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Member 3 — evaluation, augmentation, WiC, writing.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Dev results so far (our code)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5760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majority (=4):              acc 0.57  ρ 0.00</a:t>
            </a:r>
          </a:p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TF-IDF cosine:            acc 0.53  ρ +0.19</a:t>
            </a:r>
          </a:p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Ridge + ordinal:           acc 0.55  ρ +0.11</a:t>
            </a:r>
          </a:p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★ Ridge + WordNet aug:  acc 0.53  ρ +0.15</a:t>
            </a:r>
          </a:p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★ Ridge + mix-up:         acc 0.54  ρ +0.14</a:t>
            </a:r>
          </a:p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★ Ridge + WiC:               acc 0.53  ρ +0.13</a:t>
            </a:r>
          </a:p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Aug lifts Spearman +0.12 → +0.15  (~25 % rel.)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Milestone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Next steps · Q &amp; 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>Weeks 14–18:</a:t>
            </a:r>
          </a:p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>• Week of Apr 14 — zero-shot LLM on dev; first RoBERTa training run.</a:t>
            </a:r>
          </a:p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>• Week of Apr 21 — few-shot retrieval + DeBERTa-v3 sweeps; narrative ablation.</a:t>
            </a:r>
          </a:p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>• Week of Apr 28 — ensemble calibration; error analysis on high-σ samples.</a:t>
            </a:r>
          </a:p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>• Week of May 5  — final runs on test; CodaBench submission.</a:t>
            </a:r>
          </a:p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>• Week of May 12 — report, slides, Q&amp;A prep.</a:t>
            </a:r>
          </a:p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444444"/>
                </a:solidFill>
                <a:latin typeface="Calibri"/>
              </a:rPr>
              <a:t>Risks: API cost (budget-cap), GPU availability (fall back to base size), overfitting to glosses.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3D91"/>
                </a:solidFill>
                <a:latin typeface="Calibri"/>
              </a:rPr>
              <a:t>Thank you —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